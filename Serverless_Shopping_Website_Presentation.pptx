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6" r:id="rId8"/>
    <p:sldId id="261" r:id="rId9"/>
    <p:sldId id="262" r:id="rId10"/>
    <p:sldId id="263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7" name="Picture 6" descr="S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 rot="5400000">
              <a:off x="3739196" y="525780"/>
              <a:ext cx="1664208" cy="612648"/>
            </a:xfrm>
            <a:prstGeom prst="rect">
              <a:avLst/>
            </a:prstGeom>
          </p:spPr>
        </p:pic>
        <p:pic>
          <p:nvPicPr>
            <p:cNvPr id="14" name="Picture 13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 rot="5400000">
              <a:off x="3739196" y="5719572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6107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6" y="2354670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942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004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967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2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4841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1649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412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5265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70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299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409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87548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39022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8013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3751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49151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37159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3761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6858001"/>
            <a:chOff x="0" y="0"/>
            <a:chExt cx="9144000" cy="6858001"/>
          </a:xfrm>
        </p:grpSpPr>
        <p:pic>
          <p:nvPicPr>
            <p:cNvPr id="8" name="Picture 7" descr="S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 rot="5400000">
              <a:off x="4221675" y="39689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 rot="5400000">
              <a:off x="4221675" y="6211888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223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://my-shopping-website-abdul.s3-website.eu-north-1.amazonaws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7" y="643971"/>
            <a:ext cx="6798734" cy="1303867"/>
          </a:xfrm>
        </p:spPr>
        <p:txBody>
          <a:bodyPr>
            <a:normAutofit/>
          </a:bodyPr>
          <a:lstStyle/>
          <a:p>
            <a:r>
              <a:rPr sz="3600" b="1" dirty="0">
                <a:latin typeface="Bookman Old Style" panose="02050604050505020204" pitchFamily="18" charset="0"/>
              </a:rPr>
              <a:t>Serverless Shopping Website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F0EC75-8DFF-536D-8224-A6481688D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021" y="1796418"/>
            <a:ext cx="6858000" cy="44176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Serverless Shopping Website</a:t>
            </a:r>
          </a:p>
          <a:p>
            <a:r>
              <a:rPr dirty="0"/>
              <a:t>Built using AWS services</a:t>
            </a:r>
          </a:p>
          <a:p>
            <a:r>
              <a:rPr dirty="0"/>
              <a:t>Scalable &amp; cost-effective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SDLC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Requirement Analysis</a:t>
            </a:r>
          </a:p>
          <a:p>
            <a:r>
              <a:rPr dirty="0"/>
              <a:t>Design</a:t>
            </a:r>
          </a:p>
          <a:p>
            <a:r>
              <a:rPr dirty="0"/>
              <a:t>Development</a:t>
            </a:r>
          </a:p>
          <a:p>
            <a:r>
              <a:rPr dirty="0"/>
              <a:t>Testing</a:t>
            </a:r>
          </a:p>
          <a:p>
            <a:r>
              <a:rPr dirty="0"/>
              <a:t>Deployment</a:t>
            </a:r>
          </a:p>
          <a:p>
            <a:r>
              <a:rPr dirty="0"/>
              <a:t>Maintenance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1175" y="4114310"/>
            <a:ext cx="6798736" cy="3444997"/>
          </a:xfrm>
        </p:spPr>
        <p:txBody>
          <a:bodyPr/>
          <a:lstStyle/>
          <a:p>
            <a:r>
              <a:rPr lang="en-IN" dirty="0"/>
              <a:t>• </a:t>
            </a:r>
            <a:r>
              <a:rPr dirty="0"/>
              <a:t>S3 – Frontend Hosting</a:t>
            </a:r>
            <a:r>
              <a:rPr lang="en-IN" dirty="0"/>
              <a:t> </a:t>
            </a:r>
            <a:endParaRPr dirty="0"/>
          </a:p>
          <a:p>
            <a:r>
              <a:rPr dirty="0"/>
              <a:t>• API Gateway – API Management</a:t>
            </a:r>
          </a:p>
          <a:p>
            <a:r>
              <a:rPr dirty="0"/>
              <a:t>• Lambda – Business Logic</a:t>
            </a:r>
          </a:p>
          <a:p>
            <a:r>
              <a:rPr dirty="0"/>
              <a:t>• DynamoDB – Database</a:t>
            </a:r>
            <a:endParaRPr lang="en-IN" dirty="0"/>
          </a:p>
          <a:p>
            <a:endParaRPr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329265" y="26425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• HTML, CSS, JavaScript</a:t>
            </a:r>
          </a:p>
          <a:p>
            <a:r>
              <a:rPr lang="en-IN"/>
              <a:t>• Python Lambda Functions</a:t>
            </a:r>
          </a:p>
          <a:p>
            <a:r>
              <a:rPr lang="en-IN"/>
              <a:t>• REST APIs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→ S3 → API Gateway → Lambda → DynamoDB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D5D3B2-BD9F-6CB8-7BCD-9884997E7D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149" y="3429000"/>
            <a:ext cx="5486400" cy="2446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4E21E-A9DB-598C-E0FF-3467D99BD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1FB469-11EC-3DDF-EFB4-DF74629D70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6946" y="2497788"/>
            <a:ext cx="5039724" cy="3444875"/>
          </a:xfrm>
        </p:spPr>
      </p:pic>
    </p:spTree>
    <p:extLst>
      <p:ext uri="{BB962C8B-B14F-4D97-AF65-F5344CB8AC3E}">
        <p14:creationId xmlns:p14="http://schemas.microsoft.com/office/powerpoint/2010/main" val="4076214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41D91-F93D-2102-8F7C-4A472EE2A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in DynamoDB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7E49CF-51DE-7595-C758-1F1BAC2C5A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6866" y="2468261"/>
            <a:ext cx="6799262" cy="3332612"/>
          </a:xfrm>
        </p:spPr>
      </p:pic>
    </p:spTree>
    <p:extLst>
      <p:ext uri="{BB962C8B-B14F-4D97-AF65-F5344CB8AC3E}">
        <p14:creationId xmlns:p14="http://schemas.microsoft.com/office/powerpoint/2010/main" val="2958994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Screenshots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169237-9726-5579-9DF8-0C8F36A0E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60" y="1966450"/>
            <a:ext cx="8028559" cy="39762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IAM Roles &amp; Policies</a:t>
            </a:r>
          </a:p>
          <a:p>
            <a:r>
              <a:t>• CORS Configuration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 server management</a:t>
            </a:r>
          </a:p>
          <a:p>
            <a:r>
              <a:t>• Auto-scaling</a:t>
            </a:r>
          </a:p>
          <a:p>
            <a:r>
              <a:t>• Cost efficient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Serverless architecture simplifies deployment and scaling</a:t>
            </a:r>
            <a:endParaRPr lang="en-IN" dirty="0"/>
          </a:p>
          <a:p>
            <a:r>
              <a:rPr lang="en-IN" dirty="0"/>
              <a:t>The </a:t>
            </a:r>
            <a:r>
              <a:rPr lang="en-IN" dirty="0" err="1"/>
              <a:t>url</a:t>
            </a:r>
            <a:r>
              <a:rPr lang="en-IN" dirty="0"/>
              <a:t>-webhosting : </a:t>
            </a:r>
            <a:r>
              <a:rPr lang="en-IN" dirty="0">
                <a:hlinkClick r:id="rId2"/>
              </a:rPr>
              <a:t>My Online Shop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574</TotalTime>
  <Words>108</Words>
  <Application>Microsoft Office PowerPoint</Application>
  <PresentationFormat>On-screen Show (4:3)</PresentationFormat>
  <Paragraphs>35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Bookman Old Style</vt:lpstr>
      <vt:lpstr>Garamond</vt:lpstr>
      <vt:lpstr>Organic</vt:lpstr>
      <vt:lpstr>Serverless Shopping Website</vt:lpstr>
      <vt:lpstr>Project Overview</vt:lpstr>
      <vt:lpstr>SDLC Model</vt:lpstr>
      <vt:lpstr>Architecture Design</vt:lpstr>
      <vt:lpstr>Architecture Flow</vt:lpstr>
      <vt:lpstr>Implementation</vt:lpstr>
      <vt:lpstr>Data in DynamoDB</vt:lpstr>
      <vt:lpstr>Screenshots</vt:lpstr>
      <vt:lpstr>Security</vt:lpstr>
      <vt:lpstr>Benefits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Abdul Samad</dc:creator>
  <cp:keywords/>
  <dc:description>generated using python-pptx</dc:description>
  <cp:lastModifiedBy>Abdul Samad</cp:lastModifiedBy>
  <cp:revision>4</cp:revision>
  <dcterms:created xsi:type="dcterms:W3CDTF">2013-01-27T09:14:16Z</dcterms:created>
  <dcterms:modified xsi:type="dcterms:W3CDTF">2026-02-05T11:25:15Z</dcterms:modified>
  <cp:category/>
</cp:coreProperties>
</file>